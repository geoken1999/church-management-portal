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D966"/>
                </a:solidFill>
              </a:rPr>
              <a:t>Amazing Grace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Amazing grace! How sweet the sound</a:t>
            </a:r>
          </a:p>
          <a:p>
            <a:pPr algn="ctr"/>
            <a:r>
              <a:rPr sz="4800">
                <a:solidFill>
                  <a:srgbClr val="FFFFFF"/>
                </a:solidFill>
              </a:rPr>
              <a:t>That saved a wretch like 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D966"/>
                </a:solidFill>
              </a:rPr>
              <a:t>Chorus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Praise God, praise God</a:t>
            </a:r>
          </a:p>
          <a:p>
            <a:pPr algn="ctr"/>
            <a:r>
              <a:rPr sz="4800">
                <a:solidFill>
                  <a:srgbClr val="FFFFFF"/>
                </a:solidFill>
              </a:rPr>
              <a:t>He is worthy of all praise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f-sample-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65760"/>
            <a:ext cx="2194560" cy="2194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இயேசு என் மேய்ப்பர்</a:t>
            </a:r>
          </a:p>
          <a:p>
            <a:pPr algn="ctr"/>
            <a:r>
              <a:rPr sz="4800">
                <a:solidFill>
                  <a:srgbClr val="FFFFFF"/>
                </a:solidFill>
              </a:rPr>
              <a:t>நான் தாழ்ச்சியடையேன்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