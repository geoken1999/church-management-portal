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966"/>
                </a:solidFill>
              </a:rPr>
              <a:t>Amazing Grace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</a:rPr>
              <a:t>Amazing grace! How sweet the sound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</a:rPr>
              <a:t>That saved a wretch like me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966"/>
                </a:solidFill>
              </a:rPr>
              <a:t>Chorus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</a:rPr>
              <a:t>Praise God, praise God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</a:rPr>
              <a:t>He is worthy of all praise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966"/>
                </a:solidFill>
              </a:rPr>
              <a:t>தமிழ் பாடல்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</a:rPr>
              <a:t>இயேசு என் மேய்ப்பர்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</a:rPr>
              <a:t>நான் தாழ்ச்சியடையேன்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2026-10-26T18:08:49Z</dcterms:created>
  <dcterms:modified xsi:type="dcterms:W3CDTF">2026-10-26T18:08:49Z</dcterms:modified>
</cp:coreProperties>
</file>